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A0B9-80F1-415D-C2E7-61441B9F3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CBF8F-5C66-2313-199D-D2FE426E0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D900E-78FB-FDAD-66CE-51BB4723E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518FC-B330-2A15-E85C-E45F9FBC7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8D34F-C581-0A63-FDE9-FE5C9D11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8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6105-3528-111C-CF6E-B786503C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90C0A-812E-982D-9D84-4151CF1C6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BB4B6-BE69-9935-3325-7D5A4962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E020F-5272-B1DC-BF26-FF784C0A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3A9EF-B4FA-6C98-186F-96F2DCA3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247B-9136-8350-869F-2F68B779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D33FE-B720-5DC9-45B8-22B8AC69F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0383D-FB93-B1BD-721E-83196762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ED243-7258-5888-753D-1738EFF3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A528D-70D5-DBA4-F054-CA8E60F1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12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F8D8-D827-BBE7-D6E2-19D9D310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DF0D4-B970-8894-5720-7D373C248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997BB-ACE9-3B91-72EC-C4E7B8852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ECAD8-F39F-DE49-9187-2AB051FA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FF2C8-93CB-84DC-2B59-3B9F49ED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F0B75-E444-81B0-BDBA-D569A7B3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4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5FC41-78C2-2BD5-E62E-FF056DF6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E1B3F-F65D-620D-D862-DB58BD6AE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E0DE4-EB16-407C-9858-15F155788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B1048-50E4-197E-F93F-1C6ACFD7A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C7A3C0-0AAD-37F9-AD4A-F739FDDA2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80DE5-0AE8-6495-8C04-68501EC9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F249F-98E0-7B4C-8261-F8FA914F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F47F97-62CB-AE58-DF7C-E67FD8C44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9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382F-1EF3-C16C-8DF1-5FC49771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131BC-8495-797F-911F-CD970336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E968E-250D-2B51-4A24-2FE16B90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0BA9C-E72A-ED46-1911-75D45368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9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FE366-9424-AA6A-0488-4A889E72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40FD0-6B6E-E392-8631-7B8A5B6B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BD13A-135F-D012-D8D2-BBA5C1F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3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66D92-25D9-DDB0-D449-B292B91A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BC43D-4D7E-5E1F-DA4E-64B4D38AD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2ABA7-ECD3-D0C4-9131-2A17F0253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13AFC-784E-25DD-44C6-28056DDCE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C4401-3BC9-64F0-6426-9245E5F2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23387-32CE-5D51-7174-77B0F7B9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0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149F-CE18-5E83-8601-0C3C5A2AB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7B0C11-6E4B-3C40-7E56-1A4204093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E8008-6569-647A-FF7E-9568D56B5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C6E4E-F5AD-8F10-919A-A17F1F334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9C80B-F919-D2C8-C602-C461C74D3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A0E40-519E-7AF4-3E38-13DF1B43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36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CA4D-4724-19D7-BA1C-0AC92E62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683AC-0B0B-0938-F660-634489B91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FB73C-7EA2-54F8-CD18-D0676C44F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E40AA-7463-8B03-E74F-9E3A04583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1DA4F-5D0B-D574-BAEE-E9CC379B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4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007A67-B47A-5CFC-4ED6-680C852B1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8F2A7-B312-BAD2-BB43-63BC4AA35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E1DF4-3231-F0FA-2EFB-CA0C9D6E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CD8F2-980A-60E4-CC0C-1C55150F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6F2AC-0E45-882B-AFC4-6FA035D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7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6D931-11BB-C26F-E7DF-EE694A3D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55FCA-B8E0-B4A8-DA95-ED56C0835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D0095-9B69-D8C8-F246-D095C6467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8AB3F-D66A-074F-9F34-7334BE92621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26E71-C41B-C718-41A6-53269852F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04F9B-7645-66EC-D229-642B7633C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5EACC-F463-1943-8183-A9E5CC2F4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5C48DC-E185-DFD5-BA47-A2F70DB9C529}"/>
              </a:ext>
            </a:extLst>
          </p:cNvPr>
          <p:cNvSpPr txBox="1"/>
          <p:nvPr/>
        </p:nvSpPr>
        <p:spPr>
          <a:xfrm>
            <a:off x="3297734" y="797442"/>
            <a:ext cx="5724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What is the </a:t>
            </a:r>
            <a:r>
              <a:rPr lang="en-US" b="1" dirty="0">
                <a:latin typeface="Helvetica" pitchFamily="2" charset="0"/>
              </a:rPr>
              <a:t>primary</a:t>
            </a:r>
            <a:r>
              <a:rPr lang="en-US" dirty="0">
                <a:latin typeface="Helvetica" pitchFamily="2" charset="0"/>
              </a:rPr>
              <a:t> evolutionary advantage of Tregs?</a:t>
            </a:r>
          </a:p>
        </p:txBody>
      </p:sp>
    </p:spTree>
    <p:extLst>
      <p:ext uri="{BB962C8B-B14F-4D97-AF65-F5344CB8AC3E}">
        <p14:creationId xmlns:p14="http://schemas.microsoft.com/office/powerpoint/2010/main" val="1072506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Burcu Tepekule</dc:creator>
  <cp:lastModifiedBy>Burcu Tepekule</cp:lastModifiedBy>
  <cp:revision>1</cp:revision>
  <dcterms:created xsi:type="dcterms:W3CDTF">2025-12-01T12:31:44Z</dcterms:created>
  <dcterms:modified xsi:type="dcterms:W3CDTF">2025-12-01T12:35:02Z</dcterms:modified>
</cp:coreProperties>
</file>